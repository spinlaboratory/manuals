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CD88-5FE3-30BD-E669-E8366D9AE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7ECF1-844B-5643-A360-F257AE5C6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FD36-3432-7CD7-76DF-E09F490F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CD3E8-33BC-66C6-8860-F008FBC3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99310-8A3E-15FE-72C1-74CF862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5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AF2C-308D-20CC-24E1-342FBFF1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09B4-7EAD-97E9-25EC-7627087D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72B2D-F259-5F86-E7FA-5A44F448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74B66-10EE-99F7-A517-48F94B0D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85E73-F018-D4B7-88ED-91B8E61F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5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A845-5DCF-5A4C-9FE4-675AD275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FAD60-172B-18E9-DF26-B77EA268C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570C-C576-DC4D-5D67-8E91D0F6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1434A-F9B7-80E0-ABD4-D3C5EC3F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23702-2A93-B348-983F-F16EE7D0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376E-FBC0-9027-C9DB-465EB4B9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9487-67E9-7042-E498-D41732222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38B45-2947-AB24-E20D-D36C96728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54155-9141-65D6-1280-266D3661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A8B70-A386-D30D-FFAB-99506A98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F1CD1-F099-E1AA-4AD6-3B3766BF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3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A315-7C81-22FC-749B-62A0E109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94211-29FD-74E1-04D8-72E683AC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654E1-A72A-EB39-6F50-AA6217568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CE053-B4F6-F23E-7585-CDC6A53AB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2377A-D5A9-D2E5-29CE-AB8CBD31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789EA-215F-50B7-37CE-593A7FF7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68AFF-A305-A275-7E30-DA500BD6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D1015-0B31-9503-FFA6-DD7B9422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C2E8-AA88-6A9F-3DA7-370FF0FD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DF919-075F-06B9-C146-0A590956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5A4B3-0CFB-7972-FD2E-1490AB59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9D11E-10C1-12EE-68E5-0B2BCE2D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3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B56B1-92F5-54EF-28DB-19740262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6188D-BF64-5E86-330A-5AA7EF0D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FCB1-D72C-35CF-5613-C17ED556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4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7DAF-5CA1-E116-B549-1739954D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5CA6E-2EDC-CF95-AF64-70DF335FE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B8910-D0EB-D2E1-F9B4-D78A39CAB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49D88-32B1-5B58-5A0E-01C76544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54742-1B6F-7B71-302E-74CF4DAE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845A1-A4EF-AAD6-9927-CDAE6EFA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6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77BE-6B92-7924-DBEA-2AA5F54F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90199-996F-804B-12F5-0DFC08C7C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74CE0-99B2-0D39-9F7D-CEE7F14D2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21B56-4992-FB13-3F69-97CDB8E9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1C519-6977-A709-6277-4F5037A9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82F2E-8538-D899-7CEC-D334A7BC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0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01E9-AC0B-D9CC-56C1-D161BCD0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4BCA8-05E4-BB1A-3FC8-9D501844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9DC1C-ACF2-668D-D332-4387E481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0138B-A443-CCA8-CC65-8316F83A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2C63-FE3E-4068-6EDE-F3610C94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5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AB907-1CEC-371F-74EB-BF16E4B40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56731-9444-D517-E3C0-8640DCF82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91D9-B451-5418-9D4C-A276B007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7A73F-C436-057F-6997-9599F516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6F7DD-5762-B56B-72EE-CE16554C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5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489E7-12BE-D7D7-057F-496F9DBB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8DB77-0BBB-1782-CC34-0A302DCAB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48744-D20C-E29E-FA33-A2C683593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ED59C-E618-4167-AED4-5619C633BB0F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85C62-7F89-4A7A-ABCA-5028E01D3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C70D6-4786-1B9A-62A7-FD4BA2CB1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B0970-7991-4230-AE23-0C4C323A8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1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E31626-D7D6-426B-0DBD-0049DAF866F2}"/>
              </a:ext>
            </a:extLst>
          </p:cNvPr>
          <p:cNvGrpSpPr/>
          <p:nvPr/>
        </p:nvGrpSpPr>
        <p:grpSpPr>
          <a:xfrm>
            <a:off x="3092116" y="362799"/>
            <a:ext cx="660247" cy="5785338"/>
            <a:chOff x="5654842" y="410925"/>
            <a:chExt cx="660247" cy="57853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31F181-39E3-9064-DD95-ED3CD1F96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6910" y="410925"/>
              <a:ext cx="438179" cy="5785338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7387B06-72D1-1940-E41D-411442FF2882}"/>
                </a:ext>
              </a:extLst>
            </p:cNvPr>
            <p:cNvCxnSpPr>
              <a:cxnSpLocks/>
            </p:cNvCxnSpPr>
            <p:nvPr/>
          </p:nvCxnSpPr>
          <p:spPr>
            <a:xfrm>
              <a:off x="5654842" y="2099511"/>
              <a:ext cx="505326" cy="0"/>
            </a:xfrm>
            <a:prstGeom prst="straightConnector1">
              <a:avLst/>
            </a:prstGeom>
            <a:ln w="57150">
              <a:solidFill>
                <a:srgbClr val="92D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32AE82A-61BE-912F-7142-543D5F77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16" y="362799"/>
            <a:ext cx="454473" cy="580523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4DE81A-731D-F786-0534-CBB911A7F138}"/>
              </a:ext>
            </a:extLst>
          </p:cNvPr>
          <p:cNvCxnSpPr>
            <a:cxnSpLocks/>
          </p:cNvCxnSpPr>
          <p:nvPr/>
        </p:nvCxnSpPr>
        <p:spPr>
          <a:xfrm>
            <a:off x="6011779" y="1126646"/>
            <a:ext cx="438328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D645BA-24B4-B9FB-AFDB-03AF7694DDBD}"/>
              </a:ext>
            </a:extLst>
          </p:cNvPr>
          <p:cNvCxnSpPr>
            <a:cxnSpLocks/>
          </p:cNvCxnSpPr>
          <p:nvPr/>
        </p:nvCxnSpPr>
        <p:spPr>
          <a:xfrm>
            <a:off x="6011779" y="1722447"/>
            <a:ext cx="48871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0F2BB8-EADD-A318-877A-52E0807B1A09}"/>
              </a:ext>
            </a:extLst>
          </p:cNvPr>
          <p:cNvCxnSpPr>
            <a:cxnSpLocks/>
          </p:cNvCxnSpPr>
          <p:nvPr/>
        </p:nvCxnSpPr>
        <p:spPr>
          <a:xfrm>
            <a:off x="2997868" y="1517985"/>
            <a:ext cx="583532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4E80E53-59B9-D863-99BD-3AB516D9D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70" y="1072996"/>
            <a:ext cx="400106" cy="459169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81EC42-39DF-7DF9-B24E-B72468DBFCEB}"/>
              </a:ext>
            </a:extLst>
          </p:cNvPr>
          <p:cNvCxnSpPr>
            <a:cxnSpLocks/>
          </p:cNvCxnSpPr>
          <p:nvPr/>
        </p:nvCxnSpPr>
        <p:spPr>
          <a:xfrm>
            <a:off x="8224723" y="4906567"/>
            <a:ext cx="438328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27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Karl Rieger</dc:creator>
  <cp:lastModifiedBy>Karl Rieger</cp:lastModifiedBy>
  <cp:revision>1</cp:revision>
  <dcterms:created xsi:type="dcterms:W3CDTF">2023-08-07T14:57:36Z</dcterms:created>
  <dcterms:modified xsi:type="dcterms:W3CDTF">2023-08-07T14:58:38Z</dcterms:modified>
</cp:coreProperties>
</file>